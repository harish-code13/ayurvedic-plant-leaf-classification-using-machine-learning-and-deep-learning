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76" r:id="rId4"/>
    <p:sldId id="260" r:id="rId5"/>
    <p:sldId id="261" r:id="rId6"/>
    <p:sldId id="262" r:id="rId7"/>
    <p:sldId id="263" r:id="rId8"/>
    <p:sldId id="275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78F61-5AD9-4C5B-B5EB-6F05175742BF}" v="5" dt="2025-05-18T11:45:42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Harish Kumar" userId="e11ae52cdc497b16" providerId="LiveId" clId="{0DA78F61-5AD9-4C5B-B5EB-6F05175742BF}"/>
    <pc:docChg chg="undo custSel addSld modSld">
      <pc:chgData name="S Harish Kumar" userId="e11ae52cdc497b16" providerId="LiveId" clId="{0DA78F61-5AD9-4C5B-B5EB-6F05175742BF}" dt="2025-05-18T11:45:42.661" v="55" actId="27636"/>
      <pc:docMkLst>
        <pc:docMk/>
      </pc:docMkLst>
      <pc:sldChg chg="modSp mod">
        <pc:chgData name="S Harish Kumar" userId="e11ae52cdc497b16" providerId="LiveId" clId="{0DA78F61-5AD9-4C5B-B5EB-6F05175742BF}" dt="2025-05-18T11:06:11.924" v="52" actId="20577"/>
        <pc:sldMkLst>
          <pc:docMk/>
          <pc:sldMk cId="55140027" sldId="257"/>
        </pc:sldMkLst>
        <pc:spChg chg="mod">
          <ac:chgData name="S Harish Kumar" userId="e11ae52cdc497b16" providerId="LiveId" clId="{0DA78F61-5AD9-4C5B-B5EB-6F05175742BF}" dt="2025-05-18T11:06:11.924" v="52" actId="20577"/>
          <ac:spMkLst>
            <pc:docMk/>
            <pc:sldMk cId="55140027" sldId="257"/>
            <ac:spMk id="2" creationId="{D56D4E02-66A3-F749-0EFE-704E16545E93}"/>
          </ac:spMkLst>
        </pc:spChg>
        <pc:picChg chg="mod">
          <ac:chgData name="S Harish Kumar" userId="e11ae52cdc497b16" providerId="LiveId" clId="{0DA78F61-5AD9-4C5B-B5EB-6F05175742BF}" dt="2025-05-18T11:06:07.152" v="50" actId="1076"/>
          <ac:picMkLst>
            <pc:docMk/>
            <pc:sldMk cId="55140027" sldId="257"/>
            <ac:picMk id="5" creationId="{D95BA6E4-DA83-DA76-ACD1-57F7227986BF}"/>
          </ac:picMkLst>
        </pc:picChg>
      </pc:sldChg>
      <pc:sldChg chg="modSp">
        <pc:chgData name="S Harish Kumar" userId="e11ae52cdc497b16" providerId="LiveId" clId="{0DA78F61-5AD9-4C5B-B5EB-6F05175742BF}" dt="2025-05-18T11:45:42.503" v="53"/>
        <pc:sldMkLst>
          <pc:docMk/>
          <pc:sldMk cId="1026271823" sldId="265"/>
        </pc:sldMkLst>
        <pc:spChg chg="mod">
          <ac:chgData name="S Harish Kumar" userId="e11ae52cdc497b16" providerId="LiveId" clId="{0DA78F61-5AD9-4C5B-B5EB-6F05175742BF}" dt="2025-05-18T11:45:42.503" v="53"/>
          <ac:spMkLst>
            <pc:docMk/>
            <pc:sldMk cId="1026271823" sldId="265"/>
            <ac:spMk id="2" creationId="{8A28E706-D169-77EB-3105-CC6BDBD383D6}"/>
          </ac:spMkLst>
        </pc:spChg>
        <pc:picChg chg="mod">
          <ac:chgData name="S Harish Kumar" userId="e11ae52cdc497b16" providerId="LiveId" clId="{0DA78F61-5AD9-4C5B-B5EB-6F05175742BF}" dt="2025-05-18T11:45:42.503" v="53"/>
          <ac:picMkLst>
            <pc:docMk/>
            <pc:sldMk cId="1026271823" sldId="265"/>
            <ac:picMk id="5" creationId="{AD7FA79E-DDC2-2246-45FB-9AA2DF9A71E4}"/>
          </ac:picMkLst>
        </pc:picChg>
      </pc:sldChg>
      <pc:sldChg chg="modSp">
        <pc:chgData name="S Harish Kumar" userId="e11ae52cdc497b16" providerId="LiveId" clId="{0DA78F61-5AD9-4C5B-B5EB-6F05175742BF}" dt="2025-05-18T11:45:42.503" v="53"/>
        <pc:sldMkLst>
          <pc:docMk/>
          <pc:sldMk cId="3326713172" sldId="268"/>
        </pc:sldMkLst>
        <pc:spChg chg="mod">
          <ac:chgData name="S Harish Kumar" userId="e11ae52cdc497b16" providerId="LiveId" clId="{0DA78F61-5AD9-4C5B-B5EB-6F05175742BF}" dt="2025-05-18T11:45:42.503" v="53"/>
          <ac:spMkLst>
            <pc:docMk/>
            <pc:sldMk cId="3326713172" sldId="268"/>
            <ac:spMk id="2" creationId="{EEE29305-5B66-B428-E50D-BE6372F5FF2D}"/>
          </ac:spMkLst>
        </pc:spChg>
      </pc:sldChg>
      <pc:sldChg chg="addSp modSp mod">
        <pc:chgData name="S Harish Kumar" userId="e11ae52cdc497b16" providerId="LiveId" clId="{0DA78F61-5AD9-4C5B-B5EB-6F05175742BF}" dt="2025-05-18T09:56:57.727" v="24" actId="20577"/>
        <pc:sldMkLst>
          <pc:docMk/>
          <pc:sldMk cId="1001837513" sldId="272"/>
        </pc:sldMkLst>
        <pc:spChg chg="mod">
          <ac:chgData name="S Harish Kumar" userId="e11ae52cdc497b16" providerId="LiveId" clId="{0DA78F61-5AD9-4C5B-B5EB-6F05175742BF}" dt="2025-05-18T09:56:57.727" v="24" actId="20577"/>
          <ac:spMkLst>
            <pc:docMk/>
            <pc:sldMk cId="1001837513" sldId="272"/>
            <ac:spMk id="4" creationId="{399BDA32-E274-FD71-074B-5E278CB3E6EA}"/>
          </ac:spMkLst>
        </pc:spChg>
        <pc:picChg chg="add mod">
          <ac:chgData name="S Harish Kumar" userId="e11ae52cdc497b16" providerId="LiveId" clId="{0DA78F61-5AD9-4C5B-B5EB-6F05175742BF}" dt="2025-05-18T09:55:58.964" v="4" actId="14100"/>
          <ac:picMkLst>
            <pc:docMk/>
            <pc:sldMk cId="1001837513" sldId="272"/>
            <ac:picMk id="5" creationId="{FA733714-6681-9686-1C4A-7BF843FD3840}"/>
          </ac:picMkLst>
        </pc:picChg>
      </pc:sldChg>
      <pc:sldChg chg="modSp">
        <pc:chgData name="S Harish Kumar" userId="e11ae52cdc497b16" providerId="LiveId" clId="{0DA78F61-5AD9-4C5B-B5EB-6F05175742BF}" dt="2025-05-18T11:45:42.503" v="53"/>
        <pc:sldMkLst>
          <pc:docMk/>
          <pc:sldMk cId="2007273368" sldId="275"/>
        </pc:sldMkLst>
        <pc:spChg chg="mod">
          <ac:chgData name="S Harish Kumar" userId="e11ae52cdc497b16" providerId="LiveId" clId="{0DA78F61-5AD9-4C5B-B5EB-6F05175742BF}" dt="2025-05-18T11:45:42.503" v="53"/>
          <ac:spMkLst>
            <pc:docMk/>
            <pc:sldMk cId="2007273368" sldId="275"/>
            <ac:spMk id="2" creationId="{2173498F-74F5-6A52-7372-A2E6C6486133}"/>
          </ac:spMkLst>
        </pc:spChg>
        <pc:spChg chg="mod">
          <ac:chgData name="S Harish Kumar" userId="e11ae52cdc497b16" providerId="LiveId" clId="{0DA78F61-5AD9-4C5B-B5EB-6F05175742BF}" dt="2025-05-18T11:45:42.503" v="53"/>
          <ac:spMkLst>
            <pc:docMk/>
            <pc:sldMk cId="2007273368" sldId="275"/>
            <ac:spMk id="3" creationId="{617166DC-3D80-9028-5259-06C477F93476}"/>
          </ac:spMkLst>
        </pc:spChg>
      </pc:sldChg>
      <pc:sldChg chg="modSp mod">
        <pc:chgData name="S Harish Kumar" userId="e11ae52cdc497b16" providerId="LiveId" clId="{0DA78F61-5AD9-4C5B-B5EB-6F05175742BF}" dt="2025-05-18T11:45:42.661" v="55" actId="27636"/>
        <pc:sldMkLst>
          <pc:docMk/>
          <pc:sldMk cId="4265230556" sldId="276"/>
        </pc:sldMkLst>
        <pc:spChg chg="mod">
          <ac:chgData name="S Harish Kumar" userId="e11ae52cdc497b16" providerId="LiveId" clId="{0DA78F61-5AD9-4C5B-B5EB-6F05175742BF}" dt="2025-05-18T11:45:42.645" v="54" actId="27636"/>
          <ac:spMkLst>
            <pc:docMk/>
            <pc:sldMk cId="4265230556" sldId="276"/>
            <ac:spMk id="2" creationId="{957DE107-7581-5832-C74D-CDE66B1B3743}"/>
          </ac:spMkLst>
        </pc:spChg>
        <pc:spChg chg="mod">
          <ac:chgData name="S Harish Kumar" userId="e11ae52cdc497b16" providerId="LiveId" clId="{0DA78F61-5AD9-4C5B-B5EB-6F05175742BF}" dt="2025-05-18T11:45:42.661" v="55" actId="27636"/>
          <ac:spMkLst>
            <pc:docMk/>
            <pc:sldMk cId="4265230556" sldId="276"/>
            <ac:spMk id="3" creationId="{4439761B-5370-5ABB-17F8-7A0E9556786C}"/>
          </ac:spMkLst>
        </pc:spChg>
      </pc:sldChg>
      <pc:sldChg chg="modSp new mod">
        <pc:chgData name="S Harish Kumar" userId="e11ae52cdc497b16" providerId="LiveId" clId="{0DA78F61-5AD9-4C5B-B5EB-6F05175742BF}" dt="2025-05-18T11:45:42.503" v="53"/>
        <pc:sldMkLst>
          <pc:docMk/>
          <pc:sldMk cId="228259110" sldId="277"/>
        </pc:sldMkLst>
        <pc:spChg chg="mod">
          <ac:chgData name="S Harish Kumar" userId="e11ae52cdc497b16" providerId="LiveId" clId="{0DA78F61-5AD9-4C5B-B5EB-6F05175742BF}" dt="2025-05-18T11:45:42.503" v="53"/>
          <ac:spMkLst>
            <pc:docMk/>
            <pc:sldMk cId="228259110" sldId="277"/>
            <ac:spMk id="2" creationId="{A187BDE1-6DC6-0113-9307-667CA67E57DD}"/>
          </ac:spMkLst>
        </pc:spChg>
        <pc:spChg chg="mod">
          <ac:chgData name="S Harish Kumar" userId="e11ae52cdc497b16" providerId="LiveId" clId="{0DA78F61-5AD9-4C5B-B5EB-6F05175742BF}" dt="2025-05-18T11:45:42.503" v="53"/>
          <ac:spMkLst>
            <pc:docMk/>
            <pc:sldMk cId="228259110" sldId="277"/>
            <ac:spMk id="3" creationId="{272F925C-5737-90F2-6578-71094EFC3E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E26D-4CCB-279B-92E4-417ECE0D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0F4A2-FC8B-ED27-B530-F469C502D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2310E-5BF6-558D-D139-77071CDB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38A22-955A-71B0-BA3A-2047A5F9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70D87-9C30-2E22-CC2C-0808BE359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76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B007-8D32-F85C-5EB1-DC947937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75D0-8AB4-DDB6-50B0-84E62651D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A9370-DE8D-45B0-A804-9FEA26F3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D263A-EF3E-C090-A954-211FF287E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DCE59-6739-64C8-BCF9-58566DBF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33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A1A7-62DF-3021-5FD2-93BA9161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94F2F-DA69-7C5B-D61D-B8D09476B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088C8-0813-8FCD-C05D-DFB9E8A8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75D95-8826-2BB1-AEEE-43A0A177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C38B-C55B-2A90-F25E-743B9474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96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A72B-E61C-AA41-1F98-8C3F989B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03B61-5755-EF5D-99F1-F4C52D75F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0467A-E55A-A5F1-8440-B673E5598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55871-5AE4-D05E-5174-23C45E0C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4BF47-5787-D7F5-6DC3-01835993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E03CD-00CA-5C35-4431-DB5F4284D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5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2B1C-25A4-E60E-A8FB-78A49277E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ECF7-D586-6B87-BF8D-D56E46DE9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B54D0-83AD-96B6-9687-48584799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A5274-AB83-03A0-CB98-DB84BC48D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6FCD9-DFB2-924D-5284-3B4F4A65E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8AF3D3-95CB-11D5-48F7-10906797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A220B-3690-40BD-9993-D30A6AA0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81884-7C20-F8C4-1160-975D1A22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7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29E6-AB8F-040C-5582-FC86BB6C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51A53-049E-BB63-BA69-B7343A47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F341F-BFC0-74BF-BE3A-9F121AB2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7236C-D047-DC49-20BC-B6FD4F34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82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447FF0-9E6C-9477-E99D-CFCAB0A6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FD069-0164-14BF-8115-7EA265AE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CF8AE-8299-CF63-578F-FCD35AE2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31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7761-E733-8619-855E-B92D669EE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931EF-51E4-19BD-F582-28E30FA03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3F35E-B7E2-5F19-0282-0B0ADAB92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3500B-05C2-A154-6ABD-1930372A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75EF1-C14B-1E72-CB6B-751DB3FC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1D5D8-9632-5B26-40C3-174B1008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36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E289-5053-2196-B0D5-C33AE7A9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120138-6A19-2D27-38C3-A918A1942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74E5C-86EA-DDE6-343E-7D05993F8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059E5-E822-8E22-F2CC-18B03875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F0925-9762-7F83-03D4-E7F4678E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EC7D1-F3E5-A837-88D7-20FAAAB9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68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EA69-CC26-973E-F2A4-09606BB4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AF005-4B44-D48E-E250-C211DF733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4084C-B585-5F2A-7365-947AF7752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81813-D3EE-028F-D623-FF8EFEC3F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E999C-F852-01FF-AB97-34FDDD67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5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A5E33-70CA-4E8B-50C4-40AB1D1B1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10CD5-5943-8A8E-7C62-B64CE0502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C4DEB-BD8F-BCF5-1D4D-7AD97572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D03BB-E411-3838-ED7F-9819EE82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F99D7-1975-1F0B-71B1-37E8C550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07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38AFC-8D66-4C8D-065A-289BC503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656EE-B964-2658-8CA8-09DFB0B6C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BEE50-3D49-2FDB-3D4D-670AC2CB6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61533-2582-4AC3-9D20-7F4A37484F30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FDC91-B59A-5349-A8C4-F03D8341F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D2CB3-9928-BA1B-EDCA-DF0B33DF7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DCA3E-C2E2-4750-832C-83D8F3356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5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4E02-66A3-F749-0EFE-704E16545E93}"/>
              </a:ext>
            </a:extLst>
          </p:cNvPr>
          <p:cNvSpPr txBox="1">
            <a:spLocks/>
          </p:cNvSpPr>
          <p:nvPr/>
        </p:nvSpPr>
        <p:spPr>
          <a:xfrm>
            <a:off x="836612" y="648059"/>
            <a:ext cx="10515600" cy="142870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latin typeface="Algerian" panose="04020705040A02060702" pitchFamily="82" charset="0"/>
                <a:cs typeface="Times New Roman" panose="02020603050405020304" pitchFamily="18" charset="0"/>
              </a:rPr>
              <a:t>G MADEGOWDA INSTITUTE OF TECHNOLOGY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BHARATHINAGARA, MADDUR TALUK, MANDYA DISTRICT-571 422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2024 - 25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F680DB7-39FA-8EB6-4DAC-50A05275F317}"/>
              </a:ext>
            </a:extLst>
          </p:cNvPr>
          <p:cNvSpPr txBox="1">
            <a:spLocks/>
          </p:cNvSpPr>
          <p:nvPr/>
        </p:nvSpPr>
        <p:spPr>
          <a:xfrm>
            <a:off x="6194425" y="3963629"/>
            <a:ext cx="5157787" cy="22463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Radhakrishna K R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Professors 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</a:t>
            </a:r>
            <a:r>
              <a:rPr lang="en-IN" sz="1400" dirty="0">
                <a:latin typeface="Sitka Subheading Semibold" pitchFamily="2" charset="0"/>
                <a:cs typeface="Times New Roman" panose="02020603050405020304" pitchFamily="18" charset="0"/>
              </a:rPr>
              <a:t> Dept of Computer science &amp; Eng</a:t>
            </a:r>
            <a:endParaRPr lang="en-IN" sz="1800" dirty="0">
              <a:latin typeface="Sitka Subheading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EB5452C0-BAEB-C8A2-60A0-A0E81E127E7D}"/>
              </a:ext>
            </a:extLst>
          </p:cNvPr>
          <p:cNvSpPr txBox="1">
            <a:spLocks/>
          </p:cNvSpPr>
          <p:nvPr/>
        </p:nvSpPr>
        <p:spPr>
          <a:xfrm>
            <a:off x="814388" y="3963629"/>
            <a:ext cx="5183188" cy="22463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Rajesh C P	[4MG21CS038]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Anirudh H	[4MG22CS400]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Shashank K S	[4MG21CS044]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Harish Kumar S	[4MG21CS018]</a:t>
            </a:r>
          </a:p>
          <a:p>
            <a:pPr marL="0" indent="0" algn="r">
              <a:lnSpc>
                <a:spcPct val="100000"/>
              </a:lnSpc>
              <a:buFont typeface="Arial" panose="020B0604020202020204" pitchFamily="34" charset="0"/>
              <a:buNone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IN"/>
          </a:p>
          <a:p>
            <a:pPr marL="0" indent="0" algn="r">
              <a:buFont typeface="Arial" panose="020B0604020202020204" pitchFamily="34" charset="0"/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BA6E4-DA83-DA76-ACD1-57F72279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191" y="2177448"/>
            <a:ext cx="2132770" cy="14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6D13FD-D122-9DC2-BB5B-E5A07AB1500F}"/>
              </a:ext>
            </a:extLst>
          </p:cNvPr>
          <p:cNvSpPr txBox="1"/>
          <p:nvPr/>
        </p:nvSpPr>
        <p:spPr>
          <a:xfrm>
            <a:off x="1386348" y="2233222"/>
            <a:ext cx="94094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Ayurvedic plant leaf classification using  			machine learning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6808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E107-7581-5832-C74D-CDE66B1B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/>
              <a:t>Introduction to Medicinal Plants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9761B-5370-5ABB-17F8-7A0E95567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Medicinal plants have been used in traditional medicine     for centuries.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They contain bioactive substances for treating various ailments.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There's a growing demand for natural products and sustainable	healthcare.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Correct identification of these plants is crucial for effective use.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ML/DL offers promise in identifying and classifying them.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230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B205-BDC3-97F3-17C8-0580BDDA8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6016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 of Identification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68496C-F0E4-7DA4-5C40-ED4F129207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80"/>
            <a:ext cx="956432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Identifying medicinal plants can be difficult.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Many species have similar physical characteristics.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Environmental factors affect their chemical makeup.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Traditional methods are time-consuming and subjective.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Manual identification is prone to errors.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This poses a challenge for those with limited botanical </a:t>
            </a:r>
            <a:r>
              <a:rPr lang="en-US" altLang="en-US" sz="2800" dirty="0">
                <a:latin typeface="Arial" panose="020B0604020202020204" pitchFamily="34" charset="0"/>
              </a:rPr>
              <a:t>          	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199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4136-CB6D-2600-0C5E-BA20B704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2434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/>
              <a:t>Machine Learning to the Rescue</a:t>
            </a:r>
            <a:br>
              <a:rPr lang="en-US" sz="4000" b="1" dirty="0"/>
            </a:br>
            <a:endParaRPr lang="en-IN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557C1F-2658-403D-D9CA-2B5332D988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23967"/>
            <a:ext cx="966265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ML/DL algorithms can classify medicinal plants.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is based on the physical characteristics of their  	leaves.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 processing extracts relevant features.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Features include texture, shape, and color.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ML/DL models learn patterns to distinguish species.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13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6648-71D5-1034-AE22-6039AD04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0028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of ML/DL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5625C7-2A84-E377-3C00-1CD8699163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2"/>
            <a:ext cx="1160561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ML/DL can process large amounts of data quickly.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They can identify many different plant species.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Algorithms detect subtle morphological differences.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leads to more accurate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They offer a more efficient approach than traditional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066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86B8-7963-5D99-0F29-5B26B710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767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of ML/DL Applications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06BF2B-6C17-189C-5DDB-79C8E3B410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60"/>
            <a:ext cx="1091837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CNNs have been used to classify medicinal plants.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One study used CNNs to classify seven different plants.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Another study used texture and shape features to classify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 plants.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 can also be used to classify different species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medicinal plants.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methods show high accuracy in plant identification.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908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498F-74F5-6A52-7372-A2E6C648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CNN Architecture</a:t>
            </a:r>
            <a:br>
              <a:rPr lang="en-US" sz="44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66DC-3D80-9028-5259-06C477F93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/>
              <a:t>CNN is a deep-learning model designed to process grid-like data, such as images. It consists of three key types of layers: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Convolutional Layer: Extracts features from the input image by applying filters (kernels) to detect patterns like edges, textures, and shapes.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Pooling Layer (Max Pooling): Reduces the size of the feature maps, selecting the most prominent features while retaining spatial information.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Fully Connected Layer: Flattens and maps the extracted features to output neurons, helping in final classification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07273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6D85C-92D5-8A42-ECAF-D295C32C3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6002"/>
            <a:ext cx="10515600" cy="1325563"/>
          </a:xfrm>
        </p:spPr>
        <p:txBody>
          <a:bodyPr>
            <a:normAutofit fontScale="9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Applications of Medicinal Plant Classification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endParaRPr lang="en-IN" sz="6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953667-6CCD-5BE0-8D42-7DDC916DDA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2"/>
            <a:ext cx="1025954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Detecting adulteration and substitution of plants.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Ensuring the quality and safety of herbal medicines.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new plant species with medicinal potential.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Discovering new natural medicines.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Revolutionizing herbal medicine.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324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E706-D169-77EB-3105-CC6BDBD38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Flowchart of leaf classification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7FA79E-DDC2-2246-45FB-9AA2DF9A7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5123" y="1825625"/>
            <a:ext cx="4821753" cy="4351338"/>
          </a:xfrm>
        </p:spPr>
      </p:pic>
    </p:spTree>
    <p:extLst>
      <p:ext uri="{BB962C8B-B14F-4D97-AF65-F5344CB8AC3E}">
        <p14:creationId xmlns:p14="http://schemas.microsoft.com/office/powerpoint/2010/main" val="102627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418B-4376-FC1B-37E7-901722F2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7409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Algerian" panose="04020705040A02060702" pitchFamily="82" charset="0"/>
              </a:rPr>
              <a:t>Import inbuilt functions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E78029B-81AF-12FA-B5D4-B56B873D8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33" y="2690709"/>
            <a:ext cx="8792516" cy="2540052"/>
          </a:xfrm>
        </p:spPr>
      </p:pic>
    </p:spTree>
    <p:extLst>
      <p:ext uri="{BB962C8B-B14F-4D97-AF65-F5344CB8AC3E}">
        <p14:creationId xmlns:p14="http://schemas.microsoft.com/office/powerpoint/2010/main" val="245624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18B8-3DD0-4329-8211-13E6C38EC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867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60742E-1B97-7C3D-BC58-7806BDF0DA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61"/>
            <a:ext cx="1112516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Accurate identification of medicinal plants is challenging.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is due to the large number of species and variations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morphology.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methods are time-consuming and expensive.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need for efficient systems using ML/DL.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systems can analyze visual features to identify plants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06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9305-5B66-B428-E50D-BE6372F5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 of the Project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DBA761-921E-AB06-0065-FFF5712059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81"/>
            <a:ext cx="109857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an efficient method for identifying medicinal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plant species.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Preprocess collected images and use data augmentation.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 deep learning models like CNNs.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Evaluate the model using validation sets and metrics.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user-friendly web application for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713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B95F-DCF6-06D5-E518-514A7BB0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0196"/>
            <a:ext cx="10515600" cy="1325563"/>
          </a:xfrm>
        </p:spPr>
        <p:txBody>
          <a:bodyPr/>
          <a:lstStyle/>
          <a:p>
            <a:pPr marL="742950" indent="-742950">
              <a:buFont typeface="Wingdings" panose="05000000000000000000" pitchFamily="2" charset="2"/>
              <a:buChar char="Ø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Review - Image Analysis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40D606-5977-2096-F1A5-15C1501671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2"/>
            <a:ext cx="117134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Images convey valuable information for recognition tasks.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Computers find it challenging to extract features from images.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 need training with a dataset for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Recognition accuracy is crucial for plant identification.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plant recognition systems are important.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147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5DC4-9CF8-1179-AFDD-264840C5A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0028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14ED41-2ABC-E776-747F-D85730D62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82"/>
            <a:ext cx="1121653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Existing systems rely on manual efforts or basic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altLang="en-US" sz="3200" dirty="0"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processing.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Botanists use physical inspection and taxonomical guides.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Some digital systems use basic image recognition.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These are constrained by predefined rules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10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38570-1F67-6AA9-6B41-FCA34395D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3048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 of Existing Systems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5862D3-188A-365F-4DF5-D3F8F222C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6"/>
            <a:ext cx="1117004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Inaccuracy in distinguishing similar leaf structures.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Time-consuming manual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Limited scalability for diverse geographical regions.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Sensitivity to lighting and background noise.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Dependency on trained botanists.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627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03F9-B080-B16B-1F59-8FABCDC5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551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System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9BDA32-E274-FD71-074B-5E278CB3E6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18649"/>
            <a:ext cx="805600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Develop a robust ML-based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Accurate detection and classification of medicinal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plant leaves.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 CNNs for feature extraction and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Train the model on a large dataset.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Implement pre-processing to handle environmental     variations.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Develop a mobile application for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33714-6681-9686-1C4A-7BF843FD3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626" y="1670180"/>
            <a:ext cx="2241755" cy="291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37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F793-94CF-D8CD-598A-C9A3C144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8074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Requirements - Functional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ACFA86-8AD0-CE57-E1F4-6A584A4DD1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3"/>
            <a:ext cx="996138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Detect and classify leaves from an image input.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Classify leaves into predefined categories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	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medicinal plants.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Provide detailed information about identified plants.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Enable offline functionality.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417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50E8-327C-0738-F5E9-BD7EEEA1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7576"/>
            <a:ext cx="10515600" cy="1325563"/>
          </a:xfrm>
        </p:spPr>
        <p:txBody>
          <a:bodyPr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System Requirements - Non-Functional &amp; Hardware</a:t>
            </a:r>
            <a:endParaRPr lang="en-IN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367C00-E85D-00D0-B686-8BC91EBB63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11920"/>
            <a:ext cx="1021465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Target accuracy of over 95%.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Real-time detection with minimal lag.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Scalability to expand with new species and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Intuitive interface for non-technical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Camera-enabled device for capturing images.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Computing device with GPU for model training.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965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BDE1-6DC6-0113-9307-667CA67E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F925C-5737-90F2-6578-71094EFC3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0" lvl="4" indent="0">
              <a:buNone/>
            </a:pPr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5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934</Words>
  <Application>Microsoft Office PowerPoint</Application>
  <PresentationFormat>Widescreen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Algerian</vt:lpstr>
      <vt:lpstr>Arial</vt:lpstr>
      <vt:lpstr>Calibri</vt:lpstr>
      <vt:lpstr>Calibri Light</vt:lpstr>
      <vt:lpstr>Sitka Subheading Semibold</vt:lpstr>
      <vt:lpstr>Times New Roman</vt:lpstr>
      <vt:lpstr>Wingdings</vt:lpstr>
      <vt:lpstr>Office Theme</vt:lpstr>
      <vt:lpstr>PowerPoint Presentation</vt:lpstr>
      <vt:lpstr>PowerPoint Presentation</vt:lpstr>
      <vt:lpstr>Introduction to Medicinal Plants</vt:lpstr>
      <vt:lpstr>The Challenge of Identification </vt:lpstr>
      <vt:lpstr>Machine Learning to the Rescue </vt:lpstr>
      <vt:lpstr>Advantages of ML/DL </vt:lpstr>
      <vt:lpstr>Examples of ML/DL Applications </vt:lpstr>
      <vt:lpstr>CNN Architecture </vt:lpstr>
      <vt:lpstr> Applications of Medicinal Plant Classification </vt:lpstr>
      <vt:lpstr>Flowchart of leaf classification</vt:lpstr>
      <vt:lpstr>Import inbuilt functions</vt:lpstr>
      <vt:lpstr>Problem Statement </vt:lpstr>
      <vt:lpstr>Objectives of the Project </vt:lpstr>
      <vt:lpstr>Literature Review - Image Analysis </vt:lpstr>
      <vt:lpstr>Existing Systems </vt:lpstr>
      <vt:lpstr>Disadvantages of Existing Systems </vt:lpstr>
      <vt:lpstr>Proposed System </vt:lpstr>
      <vt:lpstr>System Requirements - Functional </vt:lpstr>
      <vt:lpstr>System Requirements - Non-Functional &amp; Hardware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kumar</dc:creator>
  <cp:lastModifiedBy>S Harish Kumar</cp:lastModifiedBy>
  <cp:revision>1</cp:revision>
  <dcterms:created xsi:type="dcterms:W3CDTF">2025-05-18T08:35:36Z</dcterms:created>
  <dcterms:modified xsi:type="dcterms:W3CDTF">2025-05-18T11:45:42Z</dcterms:modified>
</cp:coreProperties>
</file>